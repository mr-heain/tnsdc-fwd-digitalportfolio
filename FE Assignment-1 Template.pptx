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2568" y="1539579"/>
            <a:ext cx="4104062" cy="375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1278" y="2159508"/>
            <a:ext cx="6466642" cy="7159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mailto:xyz@gmail.com" TargetMode="External"/><Relationship Id="rId5" Type="http://schemas.openxmlformats.org/officeDocument/2006/relationships/hyperlink" Target="mailto:events@abccollege.edu" TargetMode="External"/><Relationship Id="rId6" Type="http://schemas.openxmlformats.org/officeDocument/2006/relationships/image" Target="../media/image1.jpg"/><Relationship Id="rId7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FRONT-</a:t>
            </a:r>
            <a:r>
              <a:rPr dirty="0"/>
              <a:t>END</a:t>
            </a:r>
            <a:r>
              <a:rPr dirty="0" spc="-25"/>
              <a:t> </a:t>
            </a:r>
            <a:r>
              <a:rPr dirty="0" spc="-10"/>
              <a:t>DEVELOPMENT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60400" y="5594349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0795" marR="1206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ASSIGNMENT </a:t>
            </a:r>
            <a:r>
              <a:rPr dirty="0"/>
              <a:t>1</a:t>
            </a:r>
            <a:r>
              <a:rPr dirty="0" spc="-10"/>
              <a:t> TEMPLATE</a:t>
            </a:r>
          </a:p>
          <a:p>
            <a:pPr marL="10795">
              <a:lnSpc>
                <a:spcPct val="100000"/>
              </a:lnSpc>
              <a:spcBef>
                <a:spcPts val="585"/>
              </a:spcBef>
            </a:pPr>
          </a:p>
          <a:p>
            <a:pPr marL="360045">
              <a:lnSpc>
                <a:spcPct val="100000"/>
              </a:lnSpc>
            </a:pPr>
            <a:r>
              <a:rPr dirty="0" sz="1200"/>
              <a:t>STUDENT </a:t>
            </a:r>
            <a:r>
              <a:rPr dirty="0" sz="1200" spc="-10"/>
              <a:t>NAME:</a:t>
            </a:r>
            <a:endParaRPr sz="1200"/>
          </a:p>
          <a:p>
            <a:pPr marL="360045">
              <a:lnSpc>
                <a:spcPct val="100000"/>
              </a:lnSpc>
              <a:spcBef>
                <a:spcPts val="630"/>
              </a:spcBef>
            </a:pPr>
            <a:r>
              <a:rPr dirty="0" sz="1200" spc="-10"/>
              <a:t>YEAR:</a:t>
            </a:r>
            <a:endParaRPr sz="1200"/>
          </a:p>
          <a:p>
            <a:pPr marL="360045">
              <a:lnSpc>
                <a:spcPct val="100000"/>
              </a:lnSpc>
              <a:spcBef>
                <a:spcPts val="640"/>
              </a:spcBef>
            </a:pPr>
            <a:r>
              <a:rPr dirty="0" sz="1200"/>
              <a:t>COLLEGE</a:t>
            </a:r>
            <a:r>
              <a:rPr dirty="0" sz="1200" spc="-60"/>
              <a:t> </a:t>
            </a:r>
            <a:r>
              <a:rPr dirty="0" sz="1200" spc="-10"/>
              <a:t>CODE:</a:t>
            </a:r>
            <a:endParaRPr sz="1200"/>
          </a:p>
          <a:p>
            <a:pPr marL="360045">
              <a:lnSpc>
                <a:spcPct val="100000"/>
              </a:lnSpc>
              <a:spcBef>
                <a:spcPts val="640"/>
              </a:spcBef>
            </a:pPr>
            <a:r>
              <a:rPr dirty="0" sz="1200"/>
              <a:t>COLLEGE</a:t>
            </a:r>
            <a:r>
              <a:rPr dirty="0" sz="1200" spc="-60"/>
              <a:t> </a:t>
            </a:r>
            <a:r>
              <a:rPr dirty="0" sz="1200" spc="-10"/>
              <a:t>NAME:</a:t>
            </a:r>
            <a:endParaRPr sz="1200"/>
          </a:p>
          <a:p>
            <a:pPr marL="360045">
              <a:lnSpc>
                <a:spcPct val="100000"/>
              </a:lnSpc>
              <a:spcBef>
                <a:spcPts val="640"/>
              </a:spcBef>
            </a:pPr>
            <a:r>
              <a:rPr dirty="0" sz="1200" spc="-10"/>
              <a:t>DEPARTMENT:</a:t>
            </a:r>
            <a:endParaRPr sz="1200"/>
          </a:p>
          <a:p>
            <a:pPr marL="360045">
              <a:lnSpc>
                <a:spcPct val="100000"/>
              </a:lnSpc>
              <a:spcBef>
                <a:spcPts val="930"/>
              </a:spcBef>
            </a:pPr>
            <a:r>
              <a:rPr dirty="0" sz="1200" spc="-10"/>
              <a:t>SEMESTER:</a:t>
            </a:r>
            <a:endParaRPr sz="1200"/>
          </a:p>
          <a:p>
            <a:pPr marL="360045">
              <a:lnSpc>
                <a:spcPct val="100000"/>
              </a:lnSpc>
              <a:spcBef>
                <a:spcPts val="930"/>
              </a:spcBef>
            </a:pPr>
            <a:r>
              <a:rPr dirty="0" sz="1200"/>
              <a:t>ROLL </a:t>
            </a:r>
            <a:r>
              <a:rPr dirty="0" sz="1200" spc="-25"/>
              <a:t>NO:</a:t>
            </a:r>
            <a:endParaRPr sz="1200"/>
          </a:p>
          <a:p>
            <a:pPr marL="360045">
              <a:lnSpc>
                <a:spcPct val="100000"/>
              </a:lnSpc>
              <a:spcBef>
                <a:spcPts val="630"/>
              </a:spcBef>
            </a:pPr>
            <a:r>
              <a:rPr dirty="0" sz="1200" spc="-10"/>
              <a:t>NMID:</a:t>
            </a:r>
            <a:endParaRPr sz="1200"/>
          </a:p>
          <a:p>
            <a:pPr marL="360045">
              <a:lnSpc>
                <a:spcPct val="100000"/>
              </a:lnSpc>
              <a:spcBef>
                <a:spcPts val="630"/>
              </a:spcBef>
            </a:pPr>
            <a:r>
              <a:rPr dirty="0" sz="1200" spc="-10"/>
              <a:t>DATE:</a:t>
            </a:r>
            <a:endParaRPr sz="1200"/>
          </a:p>
          <a:p>
            <a:pPr marL="360045">
              <a:lnSpc>
                <a:spcPct val="100000"/>
              </a:lnSpc>
              <a:spcBef>
                <a:spcPts val="630"/>
              </a:spcBef>
            </a:pPr>
            <a:r>
              <a:rPr dirty="0" sz="1200"/>
              <a:t>PROJECT </a:t>
            </a:r>
            <a:r>
              <a:rPr dirty="0" sz="1200" spc="-10"/>
              <a:t>TITLE:</a:t>
            </a:r>
            <a:endParaRPr sz="1200"/>
          </a:p>
          <a:p>
            <a:pPr marL="10795">
              <a:lnSpc>
                <a:spcPct val="100000"/>
              </a:lnSpc>
            </a:pPr>
            <a:endParaRPr sz="1200"/>
          </a:p>
          <a:p>
            <a:pPr marL="10795">
              <a:lnSpc>
                <a:spcPct val="100000"/>
              </a:lnSpc>
              <a:spcBef>
                <a:spcPts val="440"/>
              </a:spcBef>
            </a:pPr>
            <a:endParaRPr sz="1200"/>
          </a:p>
          <a:p>
            <a:pPr marL="244475" indent="-222250">
              <a:lnSpc>
                <a:spcPct val="100000"/>
              </a:lnSpc>
              <a:buSzPct val="95652"/>
              <a:buAutoNum type="arabicPeriod"/>
              <a:tabLst>
                <a:tab pos="245110" algn="l"/>
              </a:tabLst>
            </a:pPr>
            <a:r>
              <a:rPr dirty="0" sz="2300">
                <a:solidFill>
                  <a:srgbClr val="6D9DEB"/>
                </a:solidFill>
              </a:rPr>
              <a:t>Assignment</a:t>
            </a:r>
            <a:r>
              <a:rPr dirty="0" sz="2300" spc="-55">
                <a:solidFill>
                  <a:srgbClr val="6D9DEB"/>
                </a:solidFill>
              </a:rPr>
              <a:t> </a:t>
            </a:r>
            <a:r>
              <a:rPr dirty="0" sz="2300">
                <a:solidFill>
                  <a:srgbClr val="6D9DEB"/>
                </a:solidFill>
              </a:rPr>
              <a:t>and</a:t>
            </a:r>
            <a:r>
              <a:rPr dirty="0" sz="2300" spc="-55">
                <a:solidFill>
                  <a:srgbClr val="6D9DEB"/>
                </a:solidFill>
              </a:rPr>
              <a:t> </a:t>
            </a:r>
            <a:r>
              <a:rPr dirty="0" sz="2300" spc="-10">
                <a:solidFill>
                  <a:srgbClr val="6D9DEB"/>
                </a:solidFill>
              </a:rPr>
              <a:t>Assumptions:</a:t>
            </a:r>
            <a:endParaRPr sz="2300"/>
          </a:p>
          <a:p>
            <a:pPr marL="115570">
              <a:lnSpc>
                <a:spcPct val="100000"/>
              </a:lnSpc>
              <a:spcBef>
                <a:spcPts val="1275"/>
              </a:spcBef>
            </a:pPr>
            <a:r>
              <a:rPr dirty="0" sz="1300" b="0" i="1">
                <a:latin typeface="Times New Roman"/>
                <a:cs typeface="Times New Roman"/>
              </a:rPr>
              <a:t>(This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section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gives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an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overview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of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the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assignment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and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explains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what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the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spc="-10" b="0" i="1">
                <a:latin typeface="Times New Roman"/>
                <a:cs typeface="Times New Roman"/>
              </a:rPr>
              <a:t>project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b="0" i="1">
                <a:latin typeface="Times New Roman"/>
                <a:cs typeface="Times New Roman"/>
              </a:rPr>
              <a:t>is</a:t>
            </a:r>
            <a:r>
              <a:rPr dirty="0" sz="1300" spc="-25" b="0" i="1">
                <a:latin typeface="Times New Roman"/>
                <a:cs typeface="Times New Roman"/>
              </a:rPr>
              <a:t> </a:t>
            </a:r>
            <a:r>
              <a:rPr dirty="0" sz="1300" spc="-10" b="0" i="1">
                <a:latin typeface="Times New Roman"/>
                <a:cs typeface="Times New Roman"/>
              </a:rPr>
              <a:t>about.).</a:t>
            </a:r>
            <a:endParaRPr sz="1300">
              <a:latin typeface="Times New Roman"/>
              <a:cs typeface="Times New Roman"/>
            </a:endParaRPr>
          </a:p>
          <a:p>
            <a:pPr lvl="1" marL="344805" indent="-321310">
              <a:lnSpc>
                <a:spcPct val="100000"/>
              </a:lnSpc>
              <a:spcBef>
                <a:spcPts val="655"/>
              </a:spcBef>
              <a:buSzPct val="94117"/>
              <a:buAutoNum type="arabicPeriod"/>
              <a:tabLst>
                <a:tab pos="345440" algn="l"/>
              </a:tabLst>
            </a:pPr>
            <a:r>
              <a:rPr dirty="0" sz="1700" spc="-10" b="1">
                <a:latin typeface="Times New Roman"/>
                <a:cs typeface="Times New Roman"/>
              </a:rPr>
              <a:t>Assignment:</a:t>
            </a:r>
            <a:endParaRPr sz="1700">
              <a:latin typeface="Times New Roman"/>
              <a:cs typeface="Times New Roman"/>
            </a:endParaRPr>
          </a:p>
          <a:p>
            <a:pPr marL="74295" marR="5080" indent="-38100">
              <a:lnSpc>
                <a:spcPct val="179200"/>
              </a:lnSpc>
              <a:spcBef>
                <a:spcPts val="985"/>
              </a:spcBef>
            </a:pPr>
            <a:r>
              <a:rPr dirty="0" sz="1200" b="0">
                <a:latin typeface="Times New Roman"/>
                <a:cs typeface="Times New Roman"/>
              </a:rPr>
              <a:t>(</a:t>
            </a:r>
            <a:r>
              <a:rPr dirty="0" sz="1200" b="0" i="1">
                <a:latin typeface="Times New Roman"/>
                <a:cs typeface="Times New Roman"/>
              </a:rPr>
              <a:t>In</a:t>
            </a:r>
            <a:r>
              <a:rPr dirty="0" sz="1200" spc="-25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this</a:t>
            </a:r>
            <a:r>
              <a:rPr dirty="0" sz="1200" spc="-25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section,</a:t>
            </a:r>
            <a:r>
              <a:rPr dirty="0" sz="1200" spc="-20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briefly</a:t>
            </a:r>
            <a:r>
              <a:rPr dirty="0" sz="1200" spc="-25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describe</a:t>
            </a:r>
            <a:r>
              <a:rPr dirty="0" sz="1200" spc="-20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the</a:t>
            </a:r>
            <a:r>
              <a:rPr dirty="0" sz="1200" spc="-25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application</a:t>
            </a:r>
            <a:r>
              <a:rPr dirty="0" sz="1200" spc="-25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you</a:t>
            </a:r>
            <a:r>
              <a:rPr dirty="0" sz="1200" spc="-20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are</a:t>
            </a:r>
            <a:r>
              <a:rPr dirty="0" sz="1200" spc="-25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developing</a:t>
            </a:r>
            <a:r>
              <a:rPr dirty="0" sz="1200" spc="-20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and</a:t>
            </a:r>
            <a:r>
              <a:rPr dirty="0" sz="1200" spc="-25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the</a:t>
            </a:r>
            <a:r>
              <a:rPr dirty="0" sz="1200" spc="-20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main</a:t>
            </a:r>
            <a:r>
              <a:rPr dirty="0" sz="1200" spc="-25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tasks</a:t>
            </a:r>
            <a:r>
              <a:rPr dirty="0" sz="1200" spc="-25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to</a:t>
            </a:r>
            <a:r>
              <a:rPr dirty="0" sz="1200" spc="-20" b="0" i="1">
                <a:latin typeface="Times New Roman"/>
                <a:cs typeface="Times New Roman"/>
              </a:rPr>
              <a:t> </a:t>
            </a:r>
            <a:r>
              <a:rPr dirty="0" sz="1200" b="0" i="1">
                <a:latin typeface="Times New Roman"/>
                <a:cs typeface="Times New Roman"/>
              </a:rPr>
              <a:t>be</a:t>
            </a:r>
            <a:r>
              <a:rPr dirty="0" sz="1200" spc="-25" b="0" i="1">
                <a:latin typeface="Times New Roman"/>
                <a:cs typeface="Times New Roman"/>
              </a:rPr>
              <a:t> </a:t>
            </a:r>
            <a:r>
              <a:rPr dirty="0" sz="1200" spc="-10" b="0" i="1">
                <a:latin typeface="Times New Roman"/>
                <a:cs typeface="Times New Roman"/>
              </a:rPr>
              <a:t>completed.</a:t>
            </a:r>
            <a:r>
              <a:rPr dirty="0" sz="1200" spc="-10" b="0">
                <a:latin typeface="Times New Roman"/>
                <a:cs typeface="Times New Roman"/>
              </a:rPr>
              <a:t>) </a:t>
            </a:r>
            <a:r>
              <a:rPr dirty="0" sz="1200" b="0">
                <a:latin typeface="Times New Roman"/>
                <a:cs typeface="Times New Roman"/>
              </a:rPr>
              <a:t>The</a:t>
            </a:r>
            <a:r>
              <a:rPr dirty="0" sz="1200" spc="-30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proposed</a:t>
            </a:r>
            <a:r>
              <a:rPr dirty="0" sz="1200" spc="-2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assignment</a:t>
            </a:r>
            <a:r>
              <a:rPr dirty="0" sz="1200" spc="-2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is</a:t>
            </a:r>
            <a:r>
              <a:rPr dirty="0" sz="1200" spc="-30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to</a:t>
            </a:r>
            <a:r>
              <a:rPr dirty="0" sz="1200" spc="-2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design</a:t>
            </a:r>
            <a:r>
              <a:rPr dirty="0" sz="1200" spc="-2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and</a:t>
            </a:r>
            <a:r>
              <a:rPr dirty="0" sz="1200" spc="-30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develop</a:t>
            </a:r>
            <a:r>
              <a:rPr dirty="0" sz="1200" spc="-2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a</a:t>
            </a:r>
            <a:r>
              <a:rPr dirty="0" sz="1200" spc="-2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Simple</a:t>
            </a:r>
            <a:r>
              <a:rPr dirty="0" sz="1200" spc="-30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Event</a:t>
            </a:r>
            <a:r>
              <a:rPr dirty="0" sz="1200" spc="-2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Registration</a:t>
            </a:r>
            <a:r>
              <a:rPr dirty="0" sz="1200" spc="-2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Page</a:t>
            </a:r>
            <a:r>
              <a:rPr dirty="0" sz="1200" spc="-30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using</a:t>
            </a:r>
            <a:r>
              <a:rPr dirty="0" sz="1200" spc="-2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HTML,</a:t>
            </a:r>
            <a:r>
              <a:rPr dirty="0" sz="1200" spc="-25" b="0">
                <a:latin typeface="Times New Roman"/>
                <a:cs typeface="Times New Roman"/>
              </a:rPr>
              <a:t> </a:t>
            </a:r>
            <a:r>
              <a:rPr dirty="0" sz="1200" spc="-20" b="0">
                <a:latin typeface="Times New Roman"/>
                <a:cs typeface="Times New Roman"/>
              </a:rPr>
              <a:t>CSS, </a:t>
            </a:r>
            <a:r>
              <a:rPr dirty="0" sz="1200" b="0">
                <a:latin typeface="Times New Roman"/>
                <a:cs typeface="Times New Roman"/>
              </a:rPr>
              <a:t>and</a:t>
            </a:r>
            <a:r>
              <a:rPr dirty="0" sz="1200" spc="-20" b="0">
                <a:latin typeface="Times New Roman"/>
                <a:cs typeface="Times New Roman"/>
              </a:rPr>
              <a:t> </a:t>
            </a:r>
            <a:r>
              <a:rPr dirty="0" sz="1200" spc="-10" b="0">
                <a:latin typeface="Times New Roman"/>
                <a:cs typeface="Times New Roman"/>
              </a:rPr>
              <a:t>JavaScript.</a:t>
            </a:r>
            <a:endParaRPr sz="12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1140"/>
              </a:spcBef>
            </a:pPr>
            <a:r>
              <a:rPr dirty="0" sz="1200" b="0">
                <a:latin typeface="Times New Roman"/>
                <a:cs typeface="Times New Roman"/>
              </a:rPr>
              <a:t>The</a:t>
            </a:r>
            <a:r>
              <a:rPr dirty="0" sz="1200" spc="-1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web</a:t>
            </a:r>
            <a:r>
              <a:rPr dirty="0" sz="1200" spc="-1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page</a:t>
            </a:r>
            <a:r>
              <a:rPr dirty="0" sz="1200" spc="-1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should</a:t>
            </a:r>
            <a:r>
              <a:rPr dirty="0" sz="1200" spc="-1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allow</a:t>
            </a:r>
            <a:r>
              <a:rPr dirty="0" sz="1200" spc="-15" b="0">
                <a:latin typeface="Times New Roman"/>
                <a:cs typeface="Times New Roman"/>
              </a:rPr>
              <a:t> </a:t>
            </a:r>
            <a:r>
              <a:rPr dirty="0" sz="1200" b="0">
                <a:latin typeface="Times New Roman"/>
                <a:cs typeface="Times New Roman"/>
              </a:rPr>
              <a:t>users</a:t>
            </a:r>
            <a:r>
              <a:rPr dirty="0" sz="1200" spc="-15" b="0">
                <a:latin typeface="Times New Roman"/>
                <a:cs typeface="Times New Roman"/>
              </a:rPr>
              <a:t> </a:t>
            </a:r>
            <a:r>
              <a:rPr dirty="0" sz="1200" spc="-25" b="0">
                <a:latin typeface="Times New Roman"/>
                <a:cs typeface="Times New Roman"/>
              </a:rPr>
              <a:t>to:</a:t>
            </a:r>
            <a:endParaRPr sz="1200">
              <a:latin typeface="Times New Roman"/>
              <a:cs typeface="Times New Roman"/>
            </a:endParaRPr>
          </a:p>
          <a:p>
            <a:pPr lvl="2" marL="241935" indent="-91440">
              <a:lnSpc>
                <a:spcPts val="1410"/>
              </a:lnSpc>
              <a:spcBef>
                <a:spcPts val="1140"/>
              </a:spcBef>
              <a:buFont typeface="Times New Roman"/>
              <a:buChar char="•"/>
              <a:tabLst>
                <a:tab pos="242570" algn="l"/>
              </a:tabLst>
            </a:pPr>
            <a:r>
              <a:rPr dirty="0" sz="1200" spc="-10">
                <a:latin typeface="Times New Roman"/>
                <a:cs typeface="Times New Roman"/>
              </a:rPr>
              <a:t>View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event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details</a:t>
            </a:r>
            <a:endParaRPr sz="1200">
              <a:latin typeface="Times New Roman"/>
              <a:cs typeface="Times New Roman"/>
            </a:endParaRPr>
          </a:p>
          <a:p>
            <a:pPr lvl="2" marL="241935" indent="-91440">
              <a:lnSpc>
                <a:spcPts val="1380"/>
              </a:lnSpc>
              <a:buChar char="•"/>
              <a:tabLst>
                <a:tab pos="242570" algn="l"/>
              </a:tabLst>
            </a:pPr>
            <a:r>
              <a:rPr dirty="0" sz="1200">
                <a:latin typeface="Times New Roman"/>
                <a:cs typeface="Times New Roman"/>
              </a:rPr>
              <a:t>Enter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personal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</a:t>
            </a:r>
            <a:endParaRPr sz="1200">
              <a:latin typeface="Times New Roman"/>
              <a:cs typeface="Times New Roman"/>
            </a:endParaRPr>
          </a:p>
          <a:p>
            <a:pPr lvl="2" marL="241935" indent="-91440">
              <a:lnSpc>
                <a:spcPts val="1380"/>
              </a:lnSpc>
              <a:buChar char="•"/>
              <a:tabLst>
                <a:tab pos="242570" algn="l"/>
              </a:tabLst>
            </a:pPr>
            <a:r>
              <a:rPr dirty="0" sz="1200">
                <a:latin typeface="Times New Roman"/>
                <a:cs typeface="Times New Roman"/>
              </a:rPr>
              <a:t>Select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preferences</a:t>
            </a:r>
            <a:endParaRPr sz="1200">
              <a:latin typeface="Times New Roman"/>
              <a:cs typeface="Times New Roman"/>
            </a:endParaRPr>
          </a:p>
          <a:p>
            <a:pPr lvl="2" marL="241935" indent="-91440">
              <a:lnSpc>
                <a:spcPts val="1380"/>
              </a:lnSpc>
              <a:buChar char="•"/>
              <a:tabLst>
                <a:tab pos="242570" algn="l"/>
              </a:tabLst>
            </a:pPr>
            <a:r>
              <a:rPr dirty="0" sz="1200">
                <a:latin typeface="Times New Roman"/>
                <a:cs typeface="Times New Roman"/>
              </a:rPr>
              <a:t>Submit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registration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details</a:t>
            </a:r>
            <a:endParaRPr sz="1200">
              <a:latin typeface="Times New Roman"/>
              <a:cs typeface="Times New Roman"/>
            </a:endParaRPr>
          </a:p>
          <a:p>
            <a:pPr lvl="2" marL="241935" indent="-91440">
              <a:lnSpc>
                <a:spcPts val="1410"/>
              </a:lnSpc>
              <a:buChar char="•"/>
              <a:tabLst>
                <a:tab pos="242570" algn="l"/>
              </a:tabLst>
            </a:pPr>
            <a:r>
              <a:rPr dirty="0" sz="1200" spc="-10">
                <a:latin typeface="Times New Roman"/>
                <a:cs typeface="Times New Roman"/>
              </a:rPr>
              <a:t>View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registered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participants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(static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table)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60400" y="9582143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334" y="561975"/>
            <a:ext cx="1495425" cy="37147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9210" y="361950"/>
            <a:ext cx="1009650" cy="5715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74184" y="495300"/>
            <a:ext cx="1000125" cy="43815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79159" y="533400"/>
            <a:ext cx="1076324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3209" y="794363"/>
            <a:ext cx="1000125" cy="4381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2934" y="813413"/>
            <a:ext cx="1076324" cy="4000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3409" y="1756702"/>
            <a:ext cx="5252720" cy="613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latin typeface="Times New Roman"/>
                <a:cs typeface="Times New Roman"/>
              </a:rPr>
              <a:t>1.2.Purpose: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200">
                <a:latin typeface="Times New Roman"/>
                <a:cs typeface="Times New Roman"/>
              </a:rPr>
              <a:t>(</a:t>
            </a:r>
            <a:r>
              <a:rPr dirty="0" sz="1200" i="1">
                <a:latin typeface="Times New Roman"/>
                <a:cs typeface="Times New Roman"/>
              </a:rPr>
              <a:t>Explain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objective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this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assignment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what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you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aim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learn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by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completing</a:t>
            </a:r>
            <a:r>
              <a:rPr dirty="0" sz="1200" spc="-20" i="1">
                <a:latin typeface="Times New Roman"/>
                <a:cs typeface="Times New Roman"/>
              </a:rPr>
              <a:t> it.</a:t>
            </a:r>
            <a:r>
              <a:rPr dirty="0" sz="1200" spc="-2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60400" y="2635248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60400" y="3930643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65710" y="2959997"/>
            <a:ext cx="5879465" cy="2377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130" indent="-222250">
              <a:lnSpc>
                <a:spcPct val="100000"/>
              </a:lnSpc>
              <a:spcBef>
                <a:spcPts val="100"/>
              </a:spcBef>
              <a:buClr>
                <a:srgbClr val="3C78D8"/>
              </a:buClr>
              <a:buSzPct val="95652"/>
              <a:buFont typeface="Times New Roman"/>
              <a:buAutoNum type="arabicPeriod" startAt="2"/>
              <a:tabLst>
                <a:tab pos="278130" algn="l"/>
              </a:tabLst>
            </a:pPr>
            <a:r>
              <a:rPr dirty="0" sz="2300" b="1">
                <a:solidFill>
                  <a:srgbClr val="3C78D8"/>
                </a:solidFill>
                <a:latin typeface="Times New Roman"/>
                <a:cs typeface="Times New Roman"/>
              </a:rPr>
              <a:t>Problem</a:t>
            </a:r>
            <a:r>
              <a:rPr dirty="0" sz="2300" spc="-100" b="1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dirty="0" sz="2300" spc="-10" b="1">
                <a:solidFill>
                  <a:srgbClr val="3C78D8"/>
                </a:solidFill>
                <a:latin typeface="Times New Roman"/>
                <a:cs typeface="Times New Roman"/>
              </a:rPr>
              <a:t>Statement:</a:t>
            </a:r>
            <a:endParaRPr sz="230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1155"/>
              </a:spcBef>
            </a:pPr>
            <a:r>
              <a:rPr dirty="0" sz="1200">
                <a:latin typeface="Times New Roman"/>
                <a:cs typeface="Times New Roman"/>
              </a:rPr>
              <a:t>(</a:t>
            </a:r>
            <a:r>
              <a:rPr dirty="0" sz="1200" i="1">
                <a:latin typeface="Times New Roman"/>
                <a:cs typeface="Times New Roman"/>
              </a:rPr>
              <a:t>Clearly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describe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problem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that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your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application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solving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why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this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solution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needed</a:t>
            </a:r>
            <a:r>
              <a:rPr dirty="0" sz="1200" spc="-10">
                <a:latin typeface="Times New Roman"/>
                <a:cs typeface="Times New Roman"/>
              </a:rPr>
              <a:t>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00">
              <a:latin typeface="Times New Roman"/>
              <a:cs typeface="Times New Roman"/>
            </a:endParaRPr>
          </a:p>
          <a:p>
            <a:pPr marL="230504" indent="-222250">
              <a:lnSpc>
                <a:spcPct val="100000"/>
              </a:lnSpc>
              <a:spcBef>
                <a:spcPts val="5"/>
              </a:spcBef>
              <a:buClr>
                <a:srgbClr val="3C78D8"/>
              </a:buClr>
              <a:buSzPct val="95652"/>
              <a:buFont typeface="Times New Roman"/>
              <a:buAutoNum type="arabicPeriod" startAt="3"/>
              <a:tabLst>
                <a:tab pos="230504" algn="l"/>
              </a:tabLst>
            </a:pPr>
            <a:r>
              <a:rPr dirty="0" sz="2300" b="1">
                <a:solidFill>
                  <a:srgbClr val="3C78D8"/>
                </a:solidFill>
                <a:latin typeface="Times New Roman"/>
                <a:cs typeface="Times New Roman"/>
              </a:rPr>
              <a:t>Expected</a:t>
            </a:r>
            <a:r>
              <a:rPr dirty="0" sz="2300" spc="-90" b="1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dirty="0" sz="2300" spc="-10" b="1">
                <a:solidFill>
                  <a:srgbClr val="3C78D8"/>
                </a:solidFill>
                <a:latin typeface="Times New Roman"/>
                <a:cs typeface="Times New Roman"/>
              </a:rPr>
              <a:t>Features:</a:t>
            </a:r>
            <a:endParaRPr sz="2300">
              <a:latin typeface="Times New Roman"/>
              <a:cs typeface="Times New Roman"/>
            </a:endParaRPr>
          </a:p>
          <a:p>
            <a:pPr lvl="1" marL="435609" indent="-375285">
              <a:lnSpc>
                <a:spcPct val="100000"/>
              </a:lnSpc>
              <a:spcBef>
                <a:spcPts val="1725"/>
              </a:spcBef>
              <a:buFont typeface="Times New Roman"/>
              <a:buAutoNum type="arabicPeriod"/>
              <a:tabLst>
                <a:tab pos="435609" algn="l"/>
              </a:tabLst>
            </a:pPr>
            <a:r>
              <a:rPr dirty="0" sz="1700" b="1">
                <a:latin typeface="Times New Roman"/>
                <a:cs typeface="Times New Roman"/>
              </a:rPr>
              <a:t>Event</a:t>
            </a:r>
            <a:r>
              <a:rPr dirty="0" sz="1700" spc="-5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Title</a:t>
            </a:r>
            <a:r>
              <a:rPr dirty="0" sz="1700" spc="-5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and</a:t>
            </a:r>
            <a:r>
              <a:rPr dirty="0" sz="1700" spc="-5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Description:</a:t>
            </a:r>
            <a:endParaRPr sz="170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  <a:spcBef>
                <a:spcPts val="345"/>
              </a:spcBef>
            </a:pPr>
            <a:r>
              <a:rPr dirty="0" sz="1200" spc="-10" i="1">
                <a:latin typeface="Times New Roman"/>
                <a:cs typeface="Times New Roman"/>
              </a:rPr>
              <a:t>(Provide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name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event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short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description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explaining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purpose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event.)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60400" y="5772148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13409" y="5968709"/>
            <a:ext cx="5546090" cy="341376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lvl="1" marL="387985" indent="-375285">
              <a:lnSpc>
                <a:spcPct val="100000"/>
              </a:lnSpc>
              <a:spcBef>
                <a:spcPts val="590"/>
              </a:spcBef>
              <a:buFont typeface="Times New Roman"/>
              <a:buAutoNum type="arabicPeriod" startAt="2"/>
              <a:tabLst>
                <a:tab pos="387985" algn="l"/>
              </a:tabLst>
            </a:pPr>
            <a:r>
              <a:rPr dirty="0" sz="1700" b="1">
                <a:latin typeface="Times New Roman"/>
                <a:cs typeface="Times New Roman"/>
              </a:rPr>
              <a:t>Event</a:t>
            </a:r>
            <a:r>
              <a:rPr dirty="0" sz="1700" spc="-5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Information</a:t>
            </a:r>
            <a:r>
              <a:rPr dirty="0" sz="1700" spc="-5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&amp;</a:t>
            </a:r>
            <a:r>
              <a:rPr dirty="0" sz="1700" spc="-5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Registration</a:t>
            </a:r>
            <a:r>
              <a:rPr dirty="0" sz="1700" spc="-4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Form</a:t>
            </a:r>
            <a:r>
              <a:rPr dirty="0" sz="1700" spc="-5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Section: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200" i="1">
                <a:latin typeface="Times New Roman"/>
                <a:cs typeface="Times New Roman"/>
              </a:rPr>
              <a:t>(Include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complete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event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details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create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registration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form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collect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user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information.)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section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includes:</a:t>
            </a:r>
            <a:endParaRPr sz="1200">
              <a:latin typeface="Times New Roman"/>
              <a:cs typeface="Times New Roman"/>
            </a:endParaRPr>
          </a:p>
          <a:p>
            <a:pPr lvl="2" marL="288925" indent="-180975">
              <a:lnSpc>
                <a:spcPct val="100000"/>
              </a:lnSpc>
              <a:spcBef>
                <a:spcPts val="1145"/>
              </a:spcBef>
              <a:buFont typeface="Arial"/>
              <a:buChar char="●"/>
              <a:tabLst>
                <a:tab pos="288925" algn="l"/>
              </a:tabLst>
            </a:pPr>
            <a:r>
              <a:rPr dirty="0" sz="1200">
                <a:latin typeface="Times New Roman"/>
                <a:cs typeface="Times New Roman"/>
              </a:rPr>
              <a:t>Event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</a:t>
            </a:r>
            <a:endParaRPr sz="1200">
              <a:latin typeface="Times New Roman"/>
              <a:cs typeface="Times New Roman"/>
            </a:endParaRPr>
          </a:p>
          <a:p>
            <a:pPr lvl="2" marL="288925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dirty="0" sz="1200">
                <a:latin typeface="Times New Roman"/>
                <a:cs typeface="Times New Roman"/>
              </a:rPr>
              <a:t>Registration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Form</a:t>
            </a:r>
            <a:endParaRPr sz="1200">
              <a:latin typeface="Times New Roman"/>
              <a:cs typeface="Times New Roman"/>
            </a:endParaRPr>
          </a:p>
          <a:p>
            <a:pPr lvl="2" marL="288925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dirty="0" sz="1200">
                <a:latin typeface="Times New Roman"/>
                <a:cs typeface="Times New Roman"/>
              </a:rPr>
              <a:t>Personal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</a:t>
            </a:r>
            <a:endParaRPr sz="1200">
              <a:latin typeface="Times New Roman"/>
              <a:cs typeface="Times New Roman"/>
            </a:endParaRPr>
          </a:p>
          <a:p>
            <a:pPr lvl="2" marL="288925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dirty="0" sz="1200">
                <a:latin typeface="Times New Roman"/>
                <a:cs typeface="Times New Roman"/>
              </a:rPr>
              <a:t>Event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Selection</a:t>
            </a:r>
            <a:endParaRPr sz="1200">
              <a:latin typeface="Times New Roman"/>
              <a:cs typeface="Times New Roman"/>
            </a:endParaRPr>
          </a:p>
          <a:p>
            <a:pPr lvl="2" marL="288925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dirty="0" sz="1200">
                <a:latin typeface="Times New Roman"/>
                <a:cs typeface="Times New Roman"/>
              </a:rPr>
              <a:t>Additional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Details</a:t>
            </a:r>
            <a:endParaRPr sz="1200">
              <a:latin typeface="Times New Roman"/>
              <a:cs typeface="Times New Roman"/>
            </a:endParaRPr>
          </a:p>
          <a:p>
            <a:pPr lvl="2" marL="288925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dirty="0" sz="1200" spc="-10">
                <a:latin typeface="Times New Roman"/>
                <a:cs typeface="Times New Roman"/>
              </a:rPr>
              <a:t>Declaration</a:t>
            </a:r>
            <a:endParaRPr sz="1200">
              <a:latin typeface="Times New Roman"/>
              <a:cs typeface="Times New Roman"/>
            </a:endParaRPr>
          </a:p>
          <a:p>
            <a:pPr lvl="2" marL="288925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dirty="0" sz="1200">
                <a:latin typeface="Times New Roman"/>
                <a:cs typeface="Times New Roman"/>
              </a:rPr>
              <a:t>Form </a:t>
            </a:r>
            <a:r>
              <a:rPr dirty="0" sz="1200" spc="-10">
                <a:latin typeface="Times New Roman"/>
                <a:cs typeface="Times New Roman"/>
              </a:rPr>
              <a:t>Controls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334" y="661013"/>
            <a:ext cx="1495425" cy="37147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9210" y="641963"/>
            <a:ext cx="100965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3209" y="409575"/>
            <a:ext cx="1000125" cy="4381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3909" y="428625"/>
            <a:ext cx="1076324" cy="4000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65809" y="1235593"/>
            <a:ext cx="2695575" cy="201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latin typeface="Times New Roman"/>
                <a:cs typeface="Times New Roman"/>
              </a:rPr>
              <a:t>Sample:</a:t>
            </a:r>
            <a:endParaRPr sz="1300">
              <a:latin typeface="Times New Roman"/>
              <a:cs typeface="Times New Roman"/>
            </a:endParaRPr>
          </a:p>
          <a:p>
            <a:pPr marL="79375" marR="5080">
              <a:lnSpc>
                <a:spcPct val="193000"/>
              </a:lnSpc>
              <a:spcBef>
                <a:spcPts val="400"/>
              </a:spcBef>
            </a:pPr>
            <a:r>
              <a:rPr dirty="0" sz="1200" b="1">
                <a:latin typeface="Times New Roman"/>
                <a:cs typeface="Times New Roman"/>
              </a:rPr>
              <a:t>Registration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Form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Sample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Filled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Data </a:t>
            </a:r>
            <a:r>
              <a:rPr dirty="0" sz="1200" b="1">
                <a:latin typeface="Times New Roman"/>
                <a:cs typeface="Times New Roman"/>
              </a:rPr>
              <a:t>Personal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Information</a:t>
            </a:r>
            <a:endParaRPr sz="1200">
              <a:latin typeface="Times New Roman"/>
              <a:cs typeface="Times New Roman"/>
            </a:endParaRPr>
          </a:p>
          <a:p>
            <a:pPr marL="508000" indent="-190500">
              <a:lnSpc>
                <a:spcPts val="1415"/>
              </a:lnSpc>
              <a:spcBef>
                <a:spcPts val="1145"/>
              </a:spcBef>
              <a:buFont typeface="Arial"/>
              <a:buChar char="●"/>
              <a:tabLst>
                <a:tab pos="508000" algn="l"/>
              </a:tabLst>
            </a:pPr>
            <a:r>
              <a:rPr dirty="0" sz="1200" b="1">
                <a:latin typeface="Times New Roman"/>
                <a:cs typeface="Times New Roman"/>
              </a:rPr>
              <a:t>Name: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XYZ</a:t>
            </a:r>
            <a:endParaRPr sz="1200">
              <a:latin typeface="Times New Roman"/>
              <a:cs typeface="Times New Roman"/>
            </a:endParaRPr>
          </a:p>
          <a:p>
            <a:pPr marL="508000" indent="-190500">
              <a:lnSpc>
                <a:spcPts val="1385"/>
              </a:lnSpc>
              <a:buFont typeface="Arial"/>
              <a:buChar char="●"/>
              <a:tabLst>
                <a:tab pos="508000" algn="l"/>
              </a:tabLst>
            </a:pPr>
            <a:r>
              <a:rPr dirty="0" sz="1200" b="1">
                <a:latin typeface="Times New Roman"/>
                <a:cs typeface="Times New Roman"/>
              </a:rPr>
              <a:t>Email: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  <a:hlinkClick r:id="rId4"/>
              </a:rPr>
              <a:t>xyz@gmail.com</a:t>
            </a:r>
            <a:endParaRPr sz="1200">
              <a:latin typeface="Times New Roman"/>
              <a:cs typeface="Times New Roman"/>
            </a:endParaRPr>
          </a:p>
          <a:p>
            <a:pPr marL="508000" indent="-190500">
              <a:lnSpc>
                <a:spcPts val="1385"/>
              </a:lnSpc>
              <a:buFont typeface="Arial"/>
              <a:buChar char="●"/>
              <a:tabLst>
                <a:tab pos="508000" algn="l"/>
              </a:tabLst>
            </a:pPr>
            <a:r>
              <a:rPr dirty="0" sz="1200" b="1">
                <a:latin typeface="Times New Roman"/>
                <a:cs typeface="Times New Roman"/>
              </a:rPr>
              <a:t>Phone Number: </a:t>
            </a:r>
            <a:r>
              <a:rPr dirty="0" sz="1200" spc="-10">
                <a:latin typeface="Times New Roman"/>
                <a:cs typeface="Times New Roman"/>
              </a:rPr>
              <a:t>9876543210</a:t>
            </a:r>
            <a:endParaRPr sz="1200">
              <a:latin typeface="Times New Roman"/>
              <a:cs typeface="Times New Roman"/>
            </a:endParaRPr>
          </a:p>
          <a:p>
            <a:pPr marL="508000" indent="-190500">
              <a:lnSpc>
                <a:spcPts val="1385"/>
              </a:lnSpc>
              <a:buFont typeface="Arial"/>
              <a:buChar char="●"/>
              <a:tabLst>
                <a:tab pos="508000" algn="l"/>
              </a:tabLst>
            </a:pPr>
            <a:r>
              <a:rPr dirty="0" sz="1200" b="1">
                <a:latin typeface="Times New Roman"/>
                <a:cs typeface="Times New Roman"/>
              </a:rPr>
              <a:t>Date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Birth: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12/02/2006</a:t>
            </a:r>
            <a:endParaRPr sz="1200">
              <a:latin typeface="Times New Roman"/>
              <a:cs typeface="Times New Roman"/>
            </a:endParaRPr>
          </a:p>
          <a:p>
            <a:pPr marL="508000" indent="-190500">
              <a:lnSpc>
                <a:spcPts val="1415"/>
              </a:lnSpc>
              <a:buFont typeface="Arial"/>
              <a:buChar char="●"/>
              <a:tabLst>
                <a:tab pos="508000" algn="l"/>
              </a:tabLst>
            </a:pPr>
            <a:r>
              <a:rPr dirty="0" sz="1200" b="1">
                <a:latin typeface="Times New Roman"/>
                <a:cs typeface="Times New Roman"/>
              </a:rPr>
              <a:t>Gender: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Female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60400" y="3511546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13409" y="3767176"/>
            <a:ext cx="3949700" cy="1596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Times New Roman"/>
                <a:cs typeface="Times New Roman"/>
              </a:rPr>
              <a:t>3.3.</a:t>
            </a:r>
            <a:r>
              <a:rPr dirty="0" sz="1700" spc="-7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Registered</a:t>
            </a:r>
            <a:r>
              <a:rPr dirty="0" sz="1700" spc="-7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Participants</a:t>
            </a:r>
            <a:r>
              <a:rPr dirty="0" sz="1700" spc="-7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Section</a:t>
            </a:r>
            <a:endParaRPr sz="17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5"/>
              </a:spcBef>
            </a:pPr>
            <a:r>
              <a:rPr dirty="0" sz="1200">
                <a:latin typeface="Times New Roman"/>
                <a:cs typeface="Times New Roman"/>
              </a:rPr>
              <a:t>(C</a:t>
            </a:r>
            <a:r>
              <a:rPr dirty="0" sz="1200" i="1">
                <a:latin typeface="Times New Roman"/>
                <a:cs typeface="Times New Roman"/>
              </a:rPr>
              <a:t>reate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table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display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details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registered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participants.</a:t>
            </a:r>
            <a:r>
              <a:rPr dirty="0" sz="1200" spc="-1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88900" marR="1468120">
              <a:lnSpc>
                <a:spcPct val="179200"/>
              </a:lnSpc>
            </a:pPr>
            <a:r>
              <a:rPr dirty="0" sz="1200">
                <a:latin typeface="Times New Roman"/>
                <a:cs typeface="Times New Roman"/>
              </a:rPr>
              <a:t>|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Name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|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Email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|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Phone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|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Event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|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| </a:t>
            </a:r>
            <a:r>
              <a:rPr dirty="0" sz="1200">
                <a:latin typeface="Times New Roman"/>
                <a:cs typeface="Times New Roman"/>
              </a:rPr>
              <a:t>(Add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sample</a:t>
            </a:r>
            <a:r>
              <a:rPr dirty="0" sz="1200" spc="-20">
                <a:latin typeface="Times New Roman"/>
                <a:cs typeface="Times New Roman"/>
              </a:rPr>
              <a:t> row)</a:t>
            </a:r>
            <a:endParaRPr sz="1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140"/>
              </a:spcBef>
            </a:pPr>
            <a:r>
              <a:rPr dirty="0" sz="1200" spc="-10" b="1">
                <a:latin typeface="Times New Roman"/>
                <a:cs typeface="Times New Roman"/>
              </a:rPr>
              <a:t>Sample: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749300" y="5511805"/>
          <a:ext cx="6502400" cy="596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0"/>
                <a:gridCol w="1358900"/>
                <a:gridCol w="1181100"/>
                <a:gridCol w="1879600"/>
                <a:gridCol w="1028700"/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Name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Email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Phone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Event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Mode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XYZ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  <a:hlinkClick r:id="rId4"/>
                        </a:rPr>
                        <a:t>xyz@gmail.com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9876543210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Workshop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Offline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/>
          <p:nvPr/>
        </p:nvSpPr>
        <p:spPr>
          <a:xfrm>
            <a:off x="660400" y="6572244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75309" y="6765718"/>
            <a:ext cx="6341110" cy="255016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590"/>
              </a:spcBef>
            </a:pPr>
            <a:r>
              <a:rPr dirty="0" sz="1700" b="1">
                <a:latin typeface="Times New Roman"/>
                <a:cs typeface="Times New Roman"/>
              </a:rPr>
              <a:t>3.4.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Footer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Section: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200" i="1">
                <a:latin typeface="Times New Roman"/>
                <a:cs typeface="Times New Roman"/>
              </a:rPr>
              <a:t>(Add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contact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details,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support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information,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copyright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details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bottom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page.)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  <a:spcBef>
                <a:spcPts val="5"/>
              </a:spcBef>
            </a:pPr>
            <a:r>
              <a:rPr dirty="0" sz="1300" spc="-10" b="1">
                <a:latin typeface="Times New Roman"/>
                <a:cs typeface="Times New Roman"/>
              </a:rPr>
              <a:t>Sample:</a:t>
            </a:r>
            <a:endParaRPr sz="130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  <a:spcBef>
                <a:spcPts val="1430"/>
              </a:spcBef>
            </a:pPr>
            <a:r>
              <a:rPr dirty="0" sz="1300" b="1">
                <a:latin typeface="Times New Roman"/>
                <a:cs typeface="Times New Roman"/>
              </a:rPr>
              <a:t>Contact</a:t>
            </a:r>
            <a:r>
              <a:rPr dirty="0" sz="1300" spc="-6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Email:</a:t>
            </a:r>
            <a:r>
              <a:rPr dirty="0" sz="1300" spc="-60" b="1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  <a:hlinkClick r:id="rId5"/>
              </a:rPr>
              <a:t>events@abccollege.edu</a:t>
            </a:r>
            <a:endParaRPr sz="130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  <a:spcBef>
                <a:spcPts val="1135"/>
              </a:spcBef>
            </a:pPr>
            <a:r>
              <a:rPr dirty="0" sz="1300" b="1">
                <a:latin typeface="Times New Roman"/>
                <a:cs typeface="Times New Roman"/>
              </a:rPr>
              <a:t>Help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Desk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Number: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+91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94444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12345</a:t>
            </a:r>
            <a:endParaRPr sz="130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  <a:spcBef>
                <a:spcPts val="1130"/>
              </a:spcBef>
            </a:pPr>
            <a:r>
              <a:rPr dirty="0" sz="1300" b="1">
                <a:latin typeface="Times New Roman"/>
                <a:cs typeface="Times New Roman"/>
              </a:rPr>
              <a:t>Support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Timings: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9:00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AM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–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4:30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PM</a:t>
            </a:r>
            <a:r>
              <a:rPr dirty="0" sz="1300" spc="-20">
                <a:latin typeface="Times New Roman"/>
                <a:cs typeface="Times New Roman"/>
              </a:rPr>
              <a:t> (Working </a:t>
            </a:r>
            <a:r>
              <a:rPr dirty="0" sz="1300">
                <a:latin typeface="Times New Roman"/>
                <a:cs typeface="Times New Roman"/>
              </a:rPr>
              <a:t>Days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Only)</a:t>
            </a:r>
            <a:endParaRPr sz="1300">
              <a:latin typeface="Times New Roman"/>
              <a:cs typeface="Times New Roman"/>
            </a:endParaRPr>
          </a:p>
          <a:p>
            <a:pPr marL="679450" marR="5080">
              <a:lnSpc>
                <a:spcPts val="1490"/>
              </a:lnSpc>
              <a:spcBef>
                <a:spcPts val="1245"/>
              </a:spcBef>
            </a:pPr>
            <a:r>
              <a:rPr dirty="0" sz="1300" spc="-10" b="1">
                <a:latin typeface="Times New Roman"/>
                <a:cs typeface="Times New Roman"/>
              </a:rPr>
              <a:t>Copyright:</a:t>
            </a:r>
            <a:r>
              <a:rPr dirty="0" sz="1300" spc="-10">
                <a:latin typeface="Times New Roman"/>
                <a:cs typeface="Times New Roman"/>
              </a:rPr>
              <a:t>©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2026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Department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Computer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Science,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ABC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Engineering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College.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All </a:t>
            </a:r>
            <a:r>
              <a:rPr dirty="0" sz="1300">
                <a:latin typeface="Times New Roman"/>
                <a:cs typeface="Times New Roman"/>
              </a:rPr>
              <a:t>Rights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Reserved.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259" y="361950"/>
            <a:ext cx="1495425" cy="37147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9210" y="342900"/>
            <a:ext cx="100965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9134" y="689594"/>
            <a:ext cx="1076324" cy="4000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6984" y="670544"/>
            <a:ext cx="1000125" cy="43815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660400" y="2279655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60400" y="3486155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60400" y="4832355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60400" y="6026155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 h="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65710" y="1243773"/>
            <a:ext cx="5901055" cy="5688965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230504" indent="-222250">
              <a:lnSpc>
                <a:spcPct val="100000"/>
              </a:lnSpc>
              <a:spcBef>
                <a:spcPts val="1170"/>
              </a:spcBef>
              <a:buClr>
                <a:srgbClr val="3C78D8"/>
              </a:buClr>
              <a:buSzPct val="95652"/>
              <a:buFont typeface="Times New Roman"/>
              <a:buAutoNum type="arabicPeriod" startAt="4"/>
              <a:tabLst>
                <a:tab pos="230504" algn="l"/>
              </a:tabLst>
            </a:pPr>
            <a:r>
              <a:rPr dirty="0" sz="2300" b="1">
                <a:solidFill>
                  <a:srgbClr val="3C78D8"/>
                </a:solidFill>
                <a:latin typeface="Times New Roman"/>
                <a:cs typeface="Times New Roman"/>
              </a:rPr>
              <a:t>Implementation</a:t>
            </a:r>
            <a:r>
              <a:rPr dirty="0" sz="2300" spc="-100" b="1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dirty="0" sz="2300" spc="-10" b="1">
                <a:solidFill>
                  <a:srgbClr val="3C78D8"/>
                </a:solidFill>
                <a:latin typeface="Times New Roman"/>
                <a:cs typeface="Times New Roman"/>
              </a:rPr>
              <a:t>Steps:</a:t>
            </a:r>
            <a:endParaRPr sz="230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  <a:spcBef>
                <a:spcPts val="555"/>
              </a:spcBef>
            </a:pPr>
            <a:r>
              <a:rPr dirty="0" sz="1200" i="1">
                <a:latin typeface="Times New Roman"/>
                <a:cs typeface="Times New Roman"/>
              </a:rPr>
              <a:t>(Explain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step-by-</a:t>
            </a:r>
            <a:r>
              <a:rPr dirty="0" sz="1200" i="1">
                <a:latin typeface="Times New Roman"/>
                <a:cs typeface="Times New Roman"/>
              </a:rPr>
              <a:t>step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process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followed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develop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project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25" i="1">
                <a:latin typeface="Times New Roman"/>
                <a:cs typeface="Times New Roman"/>
              </a:rPr>
              <a:t>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200">
              <a:latin typeface="Times New Roman"/>
              <a:cs typeface="Times New Roman"/>
            </a:endParaRPr>
          </a:p>
          <a:p>
            <a:pPr marL="351155" indent="-290830">
              <a:lnSpc>
                <a:spcPct val="100000"/>
              </a:lnSpc>
              <a:buClr>
                <a:srgbClr val="3C78D8"/>
              </a:buClr>
              <a:buSzPct val="95652"/>
              <a:buFont typeface="Times New Roman"/>
              <a:buAutoNum type="arabicPeriod" startAt="5"/>
              <a:tabLst>
                <a:tab pos="351155" algn="l"/>
              </a:tabLst>
            </a:pPr>
            <a:r>
              <a:rPr dirty="0" sz="2300" spc="-25" b="1">
                <a:solidFill>
                  <a:srgbClr val="3C78D8"/>
                </a:solidFill>
                <a:latin typeface="Times New Roman"/>
                <a:cs typeface="Times New Roman"/>
              </a:rPr>
              <a:t>Technologies</a:t>
            </a:r>
            <a:r>
              <a:rPr dirty="0" sz="2300" spc="-30" b="1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dirty="0" sz="2300" spc="-20" b="1">
                <a:solidFill>
                  <a:srgbClr val="3C78D8"/>
                </a:solidFill>
                <a:latin typeface="Times New Roman"/>
                <a:cs typeface="Times New Roman"/>
              </a:rPr>
              <a:t>Used:</a:t>
            </a:r>
            <a:endParaRPr sz="230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  <a:spcBef>
                <a:spcPts val="1225"/>
              </a:spcBef>
            </a:pPr>
            <a:r>
              <a:rPr dirty="0" sz="1200" i="1">
                <a:latin typeface="Times New Roman"/>
                <a:cs typeface="Times New Roman"/>
              </a:rPr>
              <a:t>(Mention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technologies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used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build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project</a:t>
            </a:r>
            <a:r>
              <a:rPr dirty="0" sz="1200" spc="254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with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code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(HTML,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CSS,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JavaScript)).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200">
              <a:latin typeface="Times New Roman"/>
              <a:cs typeface="Times New Roman"/>
            </a:endParaRPr>
          </a:p>
          <a:p>
            <a:pPr marL="230504" indent="-222250">
              <a:lnSpc>
                <a:spcPct val="100000"/>
              </a:lnSpc>
              <a:buSzPct val="95652"/>
              <a:buAutoNum type="arabicPeriod" startAt="6"/>
              <a:tabLst>
                <a:tab pos="230504" algn="l"/>
              </a:tabLst>
            </a:pPr>
            <a:r>
              <a:rPr dirty="0" sz="2300" spc="-10" b="1">
                <a:solidFill>
                  <a:srgbClr val="3C78D8"/>
                </a:solidFill>
                <a:latin typeface="Times New Roman"/>
                <a:cs typeface="Times New Roman"/>
              </a:rPr>
              <a:t>Output:</a:t>
            </a:r>
            <a:endParaRPr sz="2300">
              <a:latin typeface="Times New Roman"/>
              <a:cs typeface="Times New Roman"/>
            </a:endParaRPr>
          </a:p>
          <a:p>
            <a:pPr marL="60325" marR="5080">
              <a:lnSpc>
                <a:spcPts val="1380"/>
              </a:lnSpc>
              <a:spcBef>
                <a:spcPts val="1380"/>
              </a:spcBef>
            </a:pPr>
            <a:r>
              <a:rPr dirty="0" sz="1200" i="1">
                <a:latin typeface="Times New Roman"/>
                <a:cs typeface="Times New Roman"/>
              </a:rPr>
              <a:t>(Attach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screenshots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showing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final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working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output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application,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including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form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spc="-25" i="1">
                <a:latin typeface="Times New Roman"/>
                <a:cs typeface="Times New Roman"/>
              </a:rPr>
              <a:t>and </a:t>
            </a:r>
            <a:r>
              <a:rPr dirty="0" sz="1200" i="1">
                <a:latin typeface="Times New Roman"/>
                <a:cs typeface="Times New Roman"/>
              </a:rPr>
              <a:t>participants</a:t>
            </a:r>
            <a:r>
              <a:rPr dirty="0" sz="1200" spc="-6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table.)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200">
              <a:latin typeface="Times New Roman"/>
              <a:cs typeface="Times New Roman"/>
            </a:endParaRPr>
          </a:p>
          <a:p>
            <a:pPr marL="278130" indent="-222250">
              <a:lnSpc>
                <a:spcPct val="100000"/>
              </a:lnSpc>
              <a:buClr>
                <a:srgbClr val="3C78D8"/>
              </a:buClr>
              <a:buSzPct val="95652"/>
              <a:buFont typeface="Times New Roman"/>
              <a:buAutoNum type="arabicPeriod" startAt="7"/>
              <a:tabLst>
                <a:tab pos="278130" algn="l"/>
              </a:tabLst>
            </a:pPr>
            <a:r>
              <a:rPr dirty="0" sz="2300" b="1">
                <a:solidFill>
                  <a:srgbClr val="3C78D8"/>
                </a:solidFill>
                <a:latin typeface="Times New Roman"/>
                <a:cs typeface="Times New Roman"/>
              </a:rPr>
              <a:t>Learning</a:t>
            </a:r>
            <a:r>
              <a:rPr dirty="0" sz="2300" spc="-80" b="1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dirty="0" sz="2300" spc="-10" b="1">
                <a:solidFill>
                  <a:srgbClr val="3C78D8"/>
                </a:solidFill>
                <a:latin typeface="Times New Roman"/>
                <a:cs typeface="Times New Roman"/>
              </a:rPr>
              <a:t>Outcome:</a:t>
            </a:r>
            <a:endParaRPr sz="230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1335"/>
              </a:spcBef>
            </a:pPr>
            <a:r>
              <a:rPr dirty="0" sz="1200" i="1">
                <a:latin typeface="Times New Roman"/>
                <a:cs typeface="Times New Roman"/>
              </a:rPr>
              <a:t>(Explain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skills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knowledge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gained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from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completing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this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assignment.)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200">
              <a:latin typeface="Times New Roman"/>
              <a:cs typeface="Times New Roman"/>
            </a:endParaRPr>
          </a:p>
          <a:p>
            <a:pPr marL="332105" indent="-290830">
              <a:lnSpc>
                <a:spcPct val="100000"/>
              </a:lnSpc>
              <a:spcBef>
                <a:spcPts val="5"/>
              </a:spcBef>
              <a:buClr>
                <a:srgbClr val="3C78D8"/>
              </a:buClr>
              <a:buSzPct val="95652"/>
              <a:buFont typeface="Times New Roman"/>
              <a:buAutoNum type="arabicPeriod" startAt="8"/>
              <a:tabLst>
                <a:tab pos="332105" algn="l"/>
              </a:tabLst>
            </a:pPr>
            <a:r>
              <a:rPr dirty="0" sz="2300" spc="-10" b="1">
                <a:solidFill>
                  <a:srgbClr val="3C78D8"/>
                </a:solidFill>
                <a:latin typeface="Times New Roman"/>
                <a:cs typeface="Times New Roman"/>
              </a:rPr>
              <a:t>Conclusion:</a:t>
            </a:r>
            <a:endParaRPr sz="230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1155"/>
              </a:spcBef>
            </a:pPr>
            <a:r>
              <a:rPr dirty="0" sz="1200" i="1">
                <a:latin typeface="Times New Roman"/>
                <a:cs typeface="Times New Roman"/>
              </a:rPr>
              <a:t>(Summarize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project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briefly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describe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final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outcome.)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8459" y="689594"/>
            <a:ext cx="1495425" cy="37147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3460" y="670544"/>
            <a:ext cx="1009650" cy="57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1.docx</dc:title>
  <dcterms:created xsi:type="dcterms:W3CDTF">2026-03-04T05:00:28Z</dcterms:created>
  <dcterms:modified xsi:type="dcterms:W3CDTF">2026-03-04T05:00:28Z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2026-03-04T00:00:00Z</vt:filetime>
  </property>
  <property fmtid="{D5CDD505-2E9C-101B-9397-08002B2CF9AE}" pid="3" name="LastSaved">
    <vt:filetime>2026-03-04T00:00:00Z</vt:filetime>
  </property>
  <property fmtid="{D5CDD505-2E9C-101B-9397-08002B2CF9AE}" pid="4" name="Producer">
    <vt:lpwstr>3-Heights(TM) PDF Security Shell 4.8.25.2 (http://www.pdf-tools.com)</vt:lpwstr>
  </property>
</Properties>
</file>